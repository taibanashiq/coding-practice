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1618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Line Integrals of a Vector Function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Name =TAIBAN ASHIQ BUTT</a:t>
            </a:r>
          </a:p>
          <a:p>
            <a:r>
              <a:rPr lang="en-US" dirty="0"/>
              <a:t>ROLL NO=25h51a05at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line integral calculates the integral of a vector field along a curve.</a:t>
            </a:r>
          </a:p>
          <a:p>
            <a:r>
              <a:t>Used in physics, engineering, and fluid mechanics.</a:t>
            </a:r>
          </a:p>
          <a:p>
            <a:r>
              <a:t>Represents work done by a force field along a path.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Formula of Line Integral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vector field F = P i + Q j + R k,</a:t>
            </a:r>
          </a:p>
          <a:p>
            <a:r>
              <a:t>∫C F · dr = ∫C (P dx + Q dy + R dz)</a:t>
            </a:r>
          </a:p>
          <a:p>
            <a:r>
              <a:t>Where C is the curve or path of motion.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to Solve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Define the vector field F.</a:t>
            </a:r>
          </a:p>
          <a:p>
            <a:r>
              <a:t>2. Parameterize the curve C.</a:t>
            </a:r>
          </a:p>
          <a:p>
            <a:r>
              <a:t>3. Find dr.</a:t>
            </a:r>
          </a:p>
          <a:p>
            <a:r>
              <a:t>4. Compute F · dr.</a:t>
            </a:r>
          </a:p>
          <a:p>
            <a:r>
              <a:t>5. Integrate over the given interval.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Problem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Evaluate ∫C F · dr where F = (y, x)</a:t>
            </a:r>
          </a:p>
          <a:p>
            <a:r>
              <a:t>Curve: x = t, y = t², 0 ≤ t ≤ 1</a:t>
            </a:r>
          </a:p>
          <a:p>
            <a:r>
              <a:t>dr = (dx/dt, dy/dt)dt = (1, 2t)dt</a:t>
            </a:r>
          </a:p>
          <a:p>
            <a:r>
              <a:t>F = (t², t)</a:t>
            </a:r>
          </a:p>
          <a:p>
            <a:r>
              <a:t>F · dr = t²(1) + t(2t) = 3t²</a:t>
            </a:r>
          </a:p>
          <a:p>
            <a:r>
              <a:t>Integral = ∫₀¹ 3t² dt =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Problem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Evaluate ∫C F · dr where F = (2x, 3y)</a:t>
            </a:r>
          </a:p>
          <a:p>
            <a:r>
              <a:t>Curve: x = cos t, y = sin t, 0 ≤ t ≤ π/2</a:t>
            </a:r>
          </a:p>
          <a:p>
            <a:r>
              <a:t>dr = (-sin t, cos t)dt</a:t>
            </a:r>
          </a:p>
          <a:p>
            <a:r>
              <a:t>F = (2cos t, 3sin t)</a:t>
            </a:r>
          </a:p>
          <a:p>
            <a:r>
              <a:t>F · dr = -2cos t sin t + 3sin t cos t</a:t>
            </a:r>
          </a:p>
          <a:p>
            <a:r>
              <a:t>= sin t cos t</a:t>
            </a:r>
          </a:p>
          <a:p>
            <a:r>
              <a:t>Integral = ∫₀^(π/2) sin t cos t dt = 1/2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calculate:</a:t>
            </a:r>
          </a:p>
          <a:p>
            <a:r>
              <a:t>• Work done by a force</a:t>
            </a:r>
          </a:p>
          <a:p>
            <a:r>
              <a:t>• Fluid flow</a:t>
            </a:r>
          </a:p>
          <a:p>
            <a:r>
              <a:t>• Electromagnetic field calculations</a:t>
            </a:r>
          </a:p>
          <a:p>
            <a:r>
              <a:t>• Circulation and flux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Line integrals help evaluate vector quantities along curves.</a:t>
            </a:r>
          </a:p>
          <a:p>
            <a:r>
              <a:rPr dirty="0"/>
              <a:t>Important in mathematics, engineering, and physics.</a:t>
            </a:r>
          </a:p>
          <a:p>
            <a:r>
              <a:rPr dirty="0"/>
              <a:t>Practice parameterization and integration carefully.</a:t>
            </a:r>
            <a:endParaRPr lang="en-US" dirty="0"/>
          </a:p>
          <a:p>
            <a:r>
              <a:rPr lang="en-US" dirty="0"/>
              <a:t>   				THANK you!</a:t>
            </a:r>
          </a:p>
          <a:p>
            <a:pPr marL="1828800" lvl="4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9378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358</Words>
  <Application>Microsoft Office PowerPoint</Application>
  <PresentationFormat>On-screen Show (4:3)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Line Integrals of a Vector Function</vt:lpstr>
      <vt:lpstr>Introduction</vt:lpstr>
      <vt:lpstr>Formula of Line Integral</vt:lpstr>
      <vt:lpstr>Steps to Solve</vt:lpstr>
      <vt:lpstr>Model Problem 1</vt:lpstr>
      <vt:lpstr>Model Problem 2</vt:lpstr>
      <vt:lpstr>Applications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Taiban ashiq butt</cp:lastModifiedBy>
  <cp:revision>2</cp:revision>
  <dcterms:created xsi:type="dcterms:W3CDTF">2013-01-27T09:14:16Z</dcterms:created>
  <dcterms:modified xsi:type="dcterms:W3CDTF">2026-05-12T17:46:49Z</dcterms:modified>
  <cp:category/>
</cp:coreProperties>
</file>