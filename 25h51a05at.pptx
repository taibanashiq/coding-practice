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Collection And Name Is Taiban Ashiq Butt,roll No 25h51a05at,cse B Section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introduces Taiban Ashiq Butt, a student in CSE B section.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covers personal details, academic background, and interests.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goal is to provide a comprehensive overview of the individual.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Personal Information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Taiban Ashiq Butt's roll number is 25h51a05at.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 is a student enrolled in the Computer Science and Engineering program.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His section is B, indicating his specific class grouping.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Academic Background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Taiban has completed coursework relevant to his CSE specialization.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 has maintained a good academic record throughout his studies.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His academic interests include software development and algorithms.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Skills and Expertise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 possesses skills in programming languages such as Java, Python, and C++.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Taiban has experience working on several software projects and applications.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 is proficient in problem-solving and critical thinking.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Extracurricular Activities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Taiban actively participates in coding competitions and hackathons.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 is involved in student clubs related to technology and innovation.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His extracurriculars help him develop teamwork and leadership skills.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Aspirations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Taiban aims to pursue higher studies in artificial intelligence and data science.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 aspires to contribute to technological advancements and research.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His long-term goal is to become a software engineer or researcher.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provided an overview of Taiban Ashiq Butt’s profile.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He is a dedicated and ambitious student with a clear academic path.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We wish him success in his future endeavors and career.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 And Name Is Taiban Ashiq Butt,roll No 25h51a05at,cse B Section</dc:title>
  <dc:subject>Collection And Name Is Taiban Ashiq Butt,roll No 25h51a05at,cse B Section</dc:subject>
  <dc:creator>SlideMake.com</dc:creator>
  <cp:lastModifiedBy>SlideMake.com</cp:lastModifiedBy>
  <cp:revision>1</cp:revision>
  <dcterms:created xsi:type="dcterms:W3CDTF">2026-06-09T15:50:42Z</dcterms:created>
  <dcterms:modified xsi:type="dcterms:W3CDTF">2026-06-09T15:50:42Z</dcterms:modified>
</cp:coreProperties>
</file>